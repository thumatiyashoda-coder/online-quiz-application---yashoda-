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CleverQuiz-Zone: AI-Powered Quiz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Lovable AI Platform</a:t>
            </a:r>
          </a:p>
          <a:p>
            <a:r>
              <a:t>Your Name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CleverQuiz-Zone?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quiz platform accessible via a web link</a:t>
            </a:r>
          </a:p>
          <a:p>
            <a:r>
              <a:t>• Built using Lovable AI / No-Code App Builder</a:t>
            </a:r>
          </a:p>
          <a:p>
            <a:r>
              <a:t>• Designed for creating or taking quizzes</a:t>
            </a:r>
          </a:p>
          <a:p>
            <a:r>
              <a:t>• Can be customized, shared, and deployed quickly</a:t>
            </a:r>
          </a:p>
          <a:p>
            <a:r>
              <a:t>• No-Code / Low-Code with AI assistance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Lovable (Builder)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web apps and quizzes without coding</a:t>
            </a:r>
          </a:p>
          <a:p>
            <a:r>
              <a:t>• AI auto-generates UI and logic</a:t>
            </a:r>
          </a:p>
          <a:p>
            <a:r>
              <a:t>• One-click deploy &amp; live preview</a:t>
            </a:r>
          </a:p>
          <a:p>
            <a:r>
              <a:t>• Database and API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(Potential)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&amp; customize quizzes</a:t>
            </a:r>
          </a:p>
          <a:p>
            <a:r>
              <a:t>• Multiple choice questions</a:t>
            </a:r>
          </a:p>
          <a:p>
            <a:r>
              <a:t>• Result pages &amp; scoring logic</a:t>
            </a:r>
          </a:p>
          <a:p>
            <a:r>
              <a:t>• Visual themes &amp; branding</a:t>
            </a:r>
          </a:p>
          <a:p>
            <a:r>
              <a:t>• Interactive user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 Quiz Platform?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Engage users and learners</a:t>
            </a:r>
          </a:p>
          <a:p>
            <a:r>
              <a:t>• Collect feedback or data</a:t>
            </a:r>
          </a:p>
          <a:p>
            <a:r>
              <a:t>• Educate or assess knowledge</a:t>
            </a:r>
          </a:p>
          <a:p>
            <a:r>
              <a:t>• Fun and entertainment</a:t>
            </a:r>
          </a:p>
          <a:p>
            <a:r>
              <a:t>• Promote content or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quiz idea</a:t>
            </a:r>
          </a:p>
          <a:p>
            <a:r>
              <a:t>• Build UI using Lovable</a:t>
            </a:r>
          </a:p>
          <a:p>
            <a:r>
              <a:t>• Edit questions &amp; scoring</a:t>
            </a:r>
          </a:p>
          <a:p>
            <a:r>
              <a:t>• Publish &amp; share link</a:t>
            </a:r>
          </a:p>
          <a:p>
            <a:r>
              <a:t>• Track user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 – exams &amp; practice tests</a:t>
            </a:r>
          </a:p>
          <a:p>
            <a:r>
              <a:t>• Marketing – lead generation</a:t>
            </a:r>
          </a:p>
          <a:p>
            <a:r>
              <a:t>• Training – skill assessment</a:t>
            </a:r>
          </a:p>
          <a:p>
            <a:r>
              <a:t>• Fun – trivia &amp; personality quizzes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Quiz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opens quiz link</a:t>
            </a:r>
          </a:p>
          <a:p>
            <a:r>
              <a:t>• Intro / rules screen</a:t>
            </a:r>
          </a:p>
          <a:p>
            <a:r>
              <a:t>• Answer questions</a:t>
            </a:r>
          </a:p>
          <a:p>
            <a:r>
              <a:t>• Final score &amp; result</a:t>
            </a:r>
          </a:p>
          <a:p>
            <a:r>
              <a:t>• Share or retake quiz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Better Quizzes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questions simple</a:t>
            </a:r>
          </a:p>
          <a:p>
            <a:r>
              <a:t>• Use images or videos</a:t>
            </a:r>
          </a:p>
          <a:p>
            <a:r>
              <a:t>• Give instant feedback</a:t>
            </a:r>
          </a:p>
          <a:p>
            <a:r>
              <a:t>• Analyze results</a:t>
            </a:r>
          </a:p>
          <a:p>
            <a:r>
              <a:t>• Encourage 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quiz platform</a:t>
            </a:r>
          </a:p>
          <a:p>
            <a:r>
              <a:t>• Built with Lovable AI</a:t>
            </a:r>
          </a:p>
          <a:p>
            <a:r>
              <a:t>• Useful for education &amp; marketing</a:t>
            </a:r>
          </a:p>
          <a:p/>
          <a:p>
            <a:r>
              <a:t>Next Steps:</a:t>
            </a:r>
          </a:p>
          <a:p>
            <a:r>
              <a:t>• Customize questions</a:t>
            </a:r>
          </a:p>
          <a:p>
            <a:r>
              <a:t>• Add branding</a:t>
            </a:r>
          </a:p>
          <a:p>
            <a:r>
              <a:t>• Publish and promote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